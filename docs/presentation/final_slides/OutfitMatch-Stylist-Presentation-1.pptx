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DPL302m · Deep Learning · Nhóm OutfitMatch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Fine-tune AI Stylist tiếng Việt</a:t>
            </a:r>
          </a:p>
          <a:p>
            <a:pPr>
              <a:spcAft>
                <a:spcPts val="600"/>
              </a:spcAft>
            </a:pPr>
            <a:r>
              <a:rPr sz="4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cho thị trường thời trang VN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7D2AE8"/>
                </a:solidFill>
                <a:latin typeface="Inter"/>
                <a:ea typeface="Inter"/>
                <a:cs typeface="Inter"/>
              </a:rPr>
              <a:t>QLoRA trên Qwen3-VL-8B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Làm sao biến LLM 8B thành stylist tư vấn outfit cá nhân hóa,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gọi tool đúng schema, không bịa sản phẩm — chạy trên GPU 8GB?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Branch feat/benchmark · 20 slides · ~25 phút +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MỞ ĐẦU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Bài toán OutfitMatch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Text + (optional) ảnh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Quiz onboarding 5 câu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Intent: occasion / style /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73152" cy="1828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99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Top 3–5 outfit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Giải thích tiếng Việt tự nhiên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Link mua store VN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Pipeline 4 tầng (v3.1-lite) — focus Tầng 2 Stylist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Knowledge ·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Stylist · (focus)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Retrieval · Qdrant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T4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Personalize ·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MỞ ĐẦU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Vì sao Stylist khó?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544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Tool-calling đúng schema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Sai 1 enum occasion = 0 kết quả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544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Chống hallucination outfit_id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Bịa OF_NNNNN = lừa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2044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Hỏi lại khi thiếu info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Anti-pattern phổ biến của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004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52044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52044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Tiếng Việt + VRAM ≤ 8–16GB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Tự nhiên như tư vấn viên VN, demo được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→ Đánh giá stylist = benchmark hành vi, không phải eval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Pipeline dữ liệu tổng thể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383280" cy="640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G1 DISTILL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40K → 8.8K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Quality gate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+ topic-balance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+ behavioral synth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383280" cy="640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G2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2.8K rows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Catalog VN 5,618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+ retrieval runtime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7 task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23444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234440"/>
            <a:ext cx="3383280" cy="640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G3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11.6K unique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1.3M tokens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Train 11,252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Eval 348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Data-centric AI: chất lượng &gt; số lượng · 2 nguồn: stylist_knowledge CSV + catalog VN thật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G1 Distill: Raw problems + 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7 vấn đề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Topic skew 81.8%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Mixed-script (Cyrillic)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Overlong answers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Near-duplicates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Question echo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Null / short rows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Noise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Quality Gate (4 rules)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mixed_script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too_long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question_echo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empty / null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Loại 4,308 rows (10.69%)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Clean pool: 35,994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G1: Topic-balance + Behavioral synth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32004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Topic-balance (√ weighting)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Topic nhỏ → oversample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Topic lớn → undersample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Giảm skew 81.8% → cân bằng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Giữ coverage 36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3200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Behavioral synth 1,600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tool_calling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ask_missing_info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polite_decline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anti_hallucination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explain_outfit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format_compliance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grounded_search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Thông điệp Deep Learning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Dạy model hành vi assistant (tool / hỏi lại / từ chối), không chỉ kiến thức thời trang.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G2 Grounded + G3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36576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G2 — Grounded (2.8K)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Sinh từ catalog/retrieval thật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7 task type (target 900 tool_calling_grounded…)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Giảm distribution mismatch inference-time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Teacher: GPT-OSS + scenario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3444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234440"/>
            <a:ext cx="73152" cy="3657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3990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G3 — Merge (11.6K)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11,600 unique rows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1.3M tokens (Qwen tokenizer)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Train 11,252 / Eval 348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Ready for QLoRA 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"Finetune dùng được" ≠ "finetune có vẻ ổn" — khác biệt nằm ở grounding.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Bốn ứng viên mô hình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T1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Qwen3-VL-8B Instruct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VLM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8B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916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Qwen3.5-9B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Text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9B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59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3200399"/>
            <a:ext cx="1005840" cy="292608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22783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WINNER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5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T3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Qwen3-VL-8B Thinking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VLM+Think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8B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108959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56615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T4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Gemma 4 12B IT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Text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12B</a:t>
            </a:r>
          </a:p>
        </p:txBody>
      </p:sp>
      <p:pic>
        <p:nvPicPr>
          <p:cNvPr id="15" name="Picture 14" descr="transformer-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2483051" cy="3657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0" y="5029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Kiến trúc Transformer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(Vaswani et al., 2017 — nền tảng cho cả 4 model)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3 câu hỏi: (1) Vision có giúp?  (2) Thinking &gt; Instruct?  (3) Google vs Alibaba?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Tất cả ≤ 12B → vừa Kaggle T4 free tier / laptop 8GB VRAM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Matrix đánh giá tiêu chí (trước benchmark)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Tiêu chí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234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258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T1 Instruct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258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T2 Qwen3.5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2344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325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T3 Thinking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234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258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T4 Gemma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6916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013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Tiếng Việt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91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8013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691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8013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Xuất sắc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69164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8013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691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8013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Yếu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19456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30428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Tool-calling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23042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Native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3042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Native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19456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30428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Native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3042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Prompt hack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6974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280720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2697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2807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2697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807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Không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26974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28072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Có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2697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807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Không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2004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3101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VRAM 4-bit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33101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~4–5GB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33101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~5–6GB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32004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331012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~4–5GB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3101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~7–8GB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37033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8130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34640" y="37033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0" y="38130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Tốt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0" y="37033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38130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Tốt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40880" y="37033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38130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Rất tốt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26880" y="37033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38130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Trung bình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2062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3159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Điểm sơ bộ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3464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0" y="43159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8/10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3776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0" y="43159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8/10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40880" y="420624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43159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8/10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2688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43159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3/10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Đọc trước benchmark: T2 + T3 dẫn đầu sơ bộ · T4 yếu (3/10)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Kết quả benchmark SFT (70 prompts)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#1 T3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Tool F1 0.898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Loss 0.594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Format 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#2 T2 Qwen3.5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0.878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Loss 0.688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 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#3 T1 Instruct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0.857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Loss 0.603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 1.0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#4 T4 Gemma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0.653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Loss 0.626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 0.971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T3 thắng đồng thời 4/5 metric — ổn định nhất → Production primary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Eval loss không quyết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2926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Subtask tool_calling (non-grounded)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T3 Thinking: 0.857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T1 Instruct: 0.786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T2 Qwen3.5: cao (text)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T4 Gemma: 0.000 — không trigger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2926080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Bằng chứng loss ≠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T4 loss 0.626 &lt; T2 loss 0.688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Nhưng Tool F1 0.653 &lt;&lt; 0.877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Gemma trả prose thay vì &lt;tool_call&gt;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→ Metric phải khớp downstream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Bài học Deep Learning (L1)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Chọn metric đúng cho downstream task. Eval loss không đo tool-call correctness hay hallucination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3 · FINE-TUNE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QLoRA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Vì sao QLoRA? → ~4× giảm VRAM, fine-tune 8B trên GPU 8–16GB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LoRA r / 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16 /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Learning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2e-4 · cosine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Quantization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NF4 4-bit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7432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27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adamw_8bit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Epochs /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 epoch · 704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6576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Warmup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041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0.03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720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Target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all-linear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5720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Unsloth → T4</a:t>
            </a:r>
          </a:p>
        </p:txBody>
      </p:sp>
      <p:pic>
        <p:nvPicPr>
          <p:cNvPr id="30" name="Picture 29" descr="lora-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2651760" cy="23063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80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LoRA: freeze W, train A·B (Hu et al., 2021)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QLoRA = LoRA + base 4-bit NF4 → VRAM 4× thấp hơn full 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77639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114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Recipe cân bằng quality vs VRAM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r=16, α=32 → scaling α/r = 2 (heuristic tốt)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target all-linear: q/k/v/o + gate/up/down_proj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lr cao (2e-4) vì update chỉ vào adapter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1 epoch — tránh overfit synth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3 · FINE-TUNE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Kaggle pipeline + tối ưu VRAM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Local packaging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1417320"/>
            <a:ext cx="457200" cy="274320"/>
          </a:xfrm>
          <a:prstGeom prst="rightArrow">
            <a:avLst/>
          </a:prstGeom>
          <a:solidFill>
            <a:srgbClr val="E1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Kaggle dataset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60720" y="1417320"/>
            <a:ext cx="457200" cy="274320"/>
          </a:xfrm>
          <a:prstGeom prst="rightArrow">
            <a:avLst/>
          </a:prstGeom>
          <a:solidFill>
            <a:srgbClr val="E1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Kernel T4 train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95360" y="1417320"/>
            <a:ext cx="457200" cy="274320"/>
          </a:xfrm>
          <a:prstGeom prst="rightArrow">
            <a:avLst/>
          </a:prstGeom>
          <a:solidFill>
            <a:srgbClr val="E1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HF Hub adapters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73152" cy="22860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64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Multi-account rotation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03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2 HF account + 2 Kaggle account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Chạy song song 4 adapter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Tránh rate-limit free 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20040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200400"/>
            <a:ext cx="73152" cy="2286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3649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VRAM peak T3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703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6.9 GB trên RTX 5060 8GB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device_map={"":0} (không auto)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bnb 4-bit + grad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3 · FINE-TUNE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Bug đã fix + Guardrail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B9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device_map={"":0}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Fix ValueError bitsandbytes 4-bit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processor(text=…)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Fix image source mismatch VLM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B10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74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trl / vllm stub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Windows compatibility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Guardrail 3 lớp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(1) outfit_id validation  ·  (2) tool_call schema parser  ·  (3) size hallucination block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Kỹ năng debug thực tế = một nửa kỹ năng deploy LLM.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4 · ĐÁNH GIÁ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Benchmark đa trục (4 trục)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correctness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Schema + F1 + trigger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Instruction following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Format, ask-back, decline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VLM reasoning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VN→enum, think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Fashion downstream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Occasion, body, season…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Không gộp 1 điểm tổng.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Model có thể thắng trục 1 (tool) nhưng thua trục 4 (fashion-logic) — ví dụ T3 vs T2.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4 · ĐÁNH GIÁ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Fashion-logic benchmark (rule-based)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2 family × 6 scorer · deterministic 100% · không cần LLM-judge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occasion_formality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0.740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T3 mạnh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body_shape_advice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0.040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P0 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season_advice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0.383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coherence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0.500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ask_back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0.667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tool_call_derivation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0.763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Lesson: scorer bug (alias smart casual ≠ smart_casual) che giấu tiến độ — fix → +0.2 mean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4 · ĐÁNH GIÁ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Benchmark ngoài đề xuất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123444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BFCL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Tool-calling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Berkeley Function-Calling Leaderboard — chuẩn cộng đồng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09728" cy="123444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IFEval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71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Instruction-following strict / loose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109728" cy="123444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Polyvore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Fashion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43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FITB + AUC — downstream fashion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Tránh overfit benchmark nội bộ — so sánh được với cộng đồng research.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5 · TƯƠNG LAI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GRPO verifiable-reward RL</a:t>
            </a:r>
          </a:p>
        </p:txBody>
      </p:sp>
      <p:pic>
        <p:nvPicPr>
          <p:cNvPr id="5" name="Picture 4" descr="grpo-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5614328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GRPO bỏ value model, ước lượng baseline từ group score (Shao et al., 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73152" cy="1783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Vì sao RL sau SFT?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body_shape_advice chỉ 0.04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SFT dạy format + tool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RL tối ưu hành vi fashion-logic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Target mean ≥ 0.55 sau 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73152" cy="17830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2793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Vì sao GRPO?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1772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Verifiable reward (6 scorer)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Không cần Reward Model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Reproducible 100%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QLoRA + GRPO trên 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RL = SFT + tối ưu hành vi đúng ground-truth · không thay thế data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5 · TƯƠNG LAI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Sáu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GRPO RL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SFT 0.524 → 0.55+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Impact: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2344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4630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RAG Tầng 1.5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KB 35K → mean 0.65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Impact: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8" y="12344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8" y="14630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Constrained decode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schema hard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Impact: 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Benchmark ngoài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BFCL / IFEval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Impact: 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33375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3566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Failure-driven data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Vòng 2 theo lỗi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Impact: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33375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3566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Vision integration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Image-text pairs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Impact: 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Roadmap định lượng: SFT 0.524 → RL 0.55 → RAG 0.65 → full 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Tổng kết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Ba bài học mang về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Data-centric &gt; model-centric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Distill + ground &gt; scale mù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Metric đúng cho downstream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/ fashion-logic, không chỉ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43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SFT + RL + RAG complementary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Mỗi tầng giải một class lỗi khác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HF public: Nhat-Quang/outfitmatch-stylist-final-qwen3vl8b-thinking-lora (+ T1/T2/T4)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Cảm ơn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