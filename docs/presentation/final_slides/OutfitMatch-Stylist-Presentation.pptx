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DPL302m · Deep Learning · Nhóm OutfitMatch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Fine-tune AI Stylist tiếng Việt</a:t>
            </a:r>
          </a:p>
          <a:p>
            <a:pPr>
              <a:spcAft>
                <a:spcPts val="600"/>
              </a:spcAft>
            </a:pPr>
            <a:r>
              <a:rPr sz="4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cho thị trường thời trang VN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7D2AE8"/>
                </a:solidFill>
                <a:latin typeface="Inter"/>
                <a:ea typeface="Inter"/>
                <a:cs typeface="Inter"/>
              </a:rPr>
              <a:t>QLoRA trên Qwen3-VL-8B Thinking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Làm sao biến LLM 8B thành stylist tư vấn outfit cá nhân hóa,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gọi tool đúng schema, không bịa sản phẩm — chạy trên GPU 8GB?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Branch feat/benchmark · 20 slides · ~25 phút +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MỞ ĐẦU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Bài toán OutfitMatch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8288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 + (optional) ảnh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Quiz onboarding 5 câu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Intent: occasion / style / body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30352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73152" cy="18288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3990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 3–5 outfit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Giải thích tiếng Việt tự nhiên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Link mua store VN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Pipeline 4 tầng (v3.1-lite) — focus Tầng 2 Stylist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T1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Knowledge · 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T2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Stylist · (focus)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T3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Retrieval · Qdrant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3794760"/>
            <a:ext cx="2468880" cy="1554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977639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T4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Personalize · rerank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MỞ ĐẦU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Vì sao Stylist khó?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5544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Tool-calling đúng schema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Sai 1 enum occasion = 0 kết quả 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92240" y="155448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645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55448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Chống hallucination outfit_id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Bịa OF_NNNNN = lừa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004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2044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Hỏi lại khi thiếu info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Anti-pattern phổ biến của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200400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0" y="3520440"/>
            <a:ext cx="502920" cy="50292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611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3520440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Tiếng Việt + VRAM ≤ 8–16GB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Tự nhiên như tư vấn viên VN, demo được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→ Đánh giá stylist = benchmark hành vi, không phải eval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Pipeline dữ liệu tổng thể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G1 DISTILL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40K → 8.8K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Quality gate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topic-balance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behavioral synth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G2 GROUNDED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2.8K rows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Catalog VN 5,618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+ retrieval runtime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7 task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234440"/>
            <a:ext cx="338328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5280" y="1234440"/>
            <a:ext cx="3383280" cy="640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G3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14884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11.6K unique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1.3M tokens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Train 11,252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Eval 348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Data-centric AI: chất lượng &gt; số lượng · 2 nguồn: stylist_knowledge CSV + catalog VN thật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G1 Distill: Raw problems + 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7 vấn đề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Topic skew 81.8%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Mixed-script (Cyrillic)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Overlong answers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Near-duplicates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Question echo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Null / short rows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•  Noise translation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029200" cy="4206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173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Quality Gate (4 rules)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mixed_script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too_long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question_echo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Drop empty / null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Loại 4,308 rows (10.69%)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Clean pool: 35,994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G1: Topic-balance + Behavioral synth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32004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Topic-balance (√ weighting)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Topic nhỏ → oversample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Topic lớn → undersample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Giảm skew 81.8% → cân bằng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Giữ coverage 36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120640" cy="3200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32004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Behavioral synth 1,600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tool_calling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ask_missing_info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polite_decline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anti_hallucination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explain_outfit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format_compliance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grounded_search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Thông điệp Deep Learning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Dạy model hành vi assistant (tool / hỏi lại / từ chối), không chỉ kiến thức thời trang.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1 · DỮ LIỆU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G2 Grounded + G3 Merge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486400" cy="3657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36576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G2 — Grounded (2.8K)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Sinh từ catalog/retrieval thật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7 task type (target 900 tool_calling_grounded…)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Giảm distribution mismatch inference-time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Teacher: GPT-OSS + scenario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234440"/>
            <a:ext cx="5029200" cy="36576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92240" y="1234440"/>
            <a:ext cx="73152" cy="36576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39903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G3 — Merge (11.6K)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11,600 unique rows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1.3M tokens (Qwen tokenizer)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Train 11,252 / Eval 348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Ready for QLoRA SFT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"Finetune dùng được" ≠ "finetune có vẻ ổn" — khác biệt nằm ở grounding.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Bốn ứng viên mô hình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651760" cy="34747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745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Qwen3-VL-8B Instruct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VLM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8B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34440"/>
            <a:ext cx="2651760" cy="34747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745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Qwen3.5-9B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9B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2651760" cy="34747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371600"/>
            <a:ext cx="1005840" cy="320040"/>
          </a:xfrm>
          <a:prstGeom prst="round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WINNER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T3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Qwen3-VL-8B Thinking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VLM+Think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8B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234440"/>
            <a:ext cx="2651760" cy="34747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87452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T4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Gemma 4 12B IT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Text</a:t>
            </a:r>
          </a:p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3 câu hỏi so sánh: (1) Vision có giúp?  (2) Thinking &gt; Instruct?  (3) Google vs Alibaba?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Tất cả ≤ 12B → vừa Kaggle T4 free tier / laptop 8GB VRAM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Matrix đánh giá tiêu chí (trước benchmark)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19456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Tiêu chí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T1 Instruct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T2 Qwen3.5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234440"/>
            <a:ext cx="228600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3258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T3 Thinking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234440"/>
            <a:ext cx="2103120" cy="457200"/>
          </a:xfrm>
          <a:prstGeom prst="roundRect">
            <a:avLst>
              <a:gd name="adj" fmla="val 8000"/>
            </a:avLst>
          </a:prstGeom>
          <a:solidFill>
            <a:srgbClr val="7D2AE8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3258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T4 Gemma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6916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18013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Tiếng Việt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Xuất sắc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69164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18013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6916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8013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Yếu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19456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30428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Tool-calling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3776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19456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230428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Native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0" y="219456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230428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Prompt hack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6974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80720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3464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2608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80" y="269748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28072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Có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269748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80720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320040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3101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VRAM 4-bit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2608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~4–5GB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3776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~5–6GB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320040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0" y="331012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~4–5GB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326880" y="320040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33101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~7–8GB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" y="370332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381304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83464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2608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Tốt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3776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Tốt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40880" y="370332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32320" y="381304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00B894"/>
                </a:solidFill>
                <a:latin typeface="Inter"/>
                <a:ea typeface="Inter"/>
                <a:cs typeface="Inter"/>
              </a:rPr>
              <a:t>Rất tốt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326880" y="370332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81304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Trung bình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0080" y="420624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31596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Điểm sơ bộ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83464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92608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93776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40880" y="4206240"/>
            <a:ext cx="228600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0" y="431596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8/10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26880" y="4206240"/>
            <a:ext cx="2103120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431596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3/10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Đọc trước benchmark: T2 + T3 dẫn đầu sơ bộ · T4 yếu (3/10)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Kết quả benchmark SFT (70 prompts)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7D2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#1 T3 Thinking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Tool F1 0.898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Loss 0.594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#2 T2 Qwen3.5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0.878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231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918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#3 T1 Instruct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0.857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83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1.0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19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#4 T4 Gemma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0.653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Loss 0.626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343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 0.971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T3 thắng đồng thời 4/5 metric — ổn định nhất → Production primary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2 · MODEL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Eval loss không quyết định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29260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Subtask tool_calling (non-grounded)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T3 Thinking: 0.857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T1 Instruct: 0.786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T2 Qwen3.5: cao (text)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T4 Gemma: 0.000 — không trigger tool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2926080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Bằng chứng loss ≠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T4 loss 0.626 &lt; T2 loss 0.688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Nhưng Tool F1 0.653 &lt;&lt; 0.877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Gemma trả prose thay vì &lt;tool_call&gt;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→ Metric phải khớp downstream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Bài học Deep Learning (L1)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Chọn metric đúng cho downstream task. Eval loss không đo tool-call correctness hay hallucination 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QLoRA recipe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QLoRA? → ~4× giảm VRAM, fine-tune 8B trên GPU 8–16GB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LoRA r / 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16 / 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Learning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2e-4 · cosine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Quantization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NF4 4-bit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adamw_8bit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Epochs /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40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1 epoch · 704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Warmup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8404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Target modules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54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q/k/v/o + gate/up/down (all-linear)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572000"/>
            <a:ext cx="5394960" cy="7772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54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754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Unsloth → Kaggle T4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Kaggle pipeline + tối ưu VRAM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Local packaging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Kaggle dataset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6072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948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Kernel T4 train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595360" y="1417320"/>
            <a:ext cx="457200" cy="274320"/>
          </a:xfrm>
          <a:prstGeom prst="rightArrow">
            <a:avLst/>
          </a:prstGeom>
          <a:solidFill>
            <a:srgbClr val="E1E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66960" y="1234440"/>
            <a:ext cx="640080" cy="64008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HF Hub adapters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00400"/>
            <a:ext cx="73152" cy="228600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64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Multi-account rotation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03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2 HF account + 2 Kaggle account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Chạy song song 4 adapter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Tránh rate-limit free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0040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200400"/>
            <a:ext cx="73152" cy="228600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3649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VRAM peak T3 local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7033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6.9 GB trên RTX 5060 8GB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device_map={"":0} (không auto)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bnb 4-bit + grad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3 · FINE-TUNE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Bug đã fix + Guardrail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3716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device_map={"":0}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Fix ValueError bitsandbytes 4-bit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23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processor(text=…)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Fix image source mismatch VLM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B10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47472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trl / vllm stub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Windows compatibility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754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Guardrail 3 lớp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(1) outfit_id validation  ·  (2) tool_call schema parser  ·  (3) size hallucination block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Kỹ năng debug thực tế = một nửa kỹ năng deploy LLM.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Benchmark đa trục (4 trục)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correctness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Schema + F1 + trigger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8912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 following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Format, ask-back, decline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2376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VLM reasoning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VN→enum, think block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234440"/>
            <a:ext cx="2651760" cy="32918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0" y="1600200"/>
            <a:ext cx="822960" cy="822960"/>
          </a:xfrm>
          <a:prstGeom prst="ellipse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8700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6974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 downstream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Occasion, body, season…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Không gộp 1 điểm tổng.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Model có thể thắng trục 1 (tool) nhưng thua trục 4 (fashion-logic) — ví dụ T3 vs T2.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Fashion-logic benchmark (rule-based)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2 family × 6 scorer · deterministic 100% · không cần LLM-judge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occasion_formality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0.740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T3 mạnh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body_shape_advice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0.040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P0 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season_advice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0.383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coherence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40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0.500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40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P2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4340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ask_back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0.667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480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72800" cy="5943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tool_call_derivation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0.763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Lesson: scorer bug (alias smart casual ≠ smart_casual) che giấu tiến độ — fix → +0.2 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4 · ĐÁNH GIÁ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Benchmark ngoài đề xuất (P0)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BFCL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Tool-calling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00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Berkeley Function-Calling Leaderboard — chuẩn cộng đồng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IFEval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718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Instruction-following strict / loose accuracy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109728" cy="123444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Polyvore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Fashion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43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FITB + AUC — downstream fashion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Tránh overfit benchmark nội bộ — so sánh được với cộng đồng research.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5 · TƯƠNG LAI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GRPO verifiable-reward 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3840480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RL sau SFT?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body_shape_advice chỉ 0.04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dạy format + tool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RL tối ưu hành vi fashion-logic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Target mean ≥ 0.55 sau 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34440"/>
            <a:ext cx="5120640" cy="38404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234440"/>
            <a:ext cx="73152" cy="3840480"/>
          </a:xfrm>
          <a:prstGeom prst="rect">
            <a:avLst/>
          </a:prstGeom>
          <a:solidFill>
            <a:srgbClr val="00B8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39903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Vì sao GRPO?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Verifiable reward (6 scorer)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Không cần Reward Model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Reproducible 100%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QLoRA + GRPO trên T4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5757"/>
                </a:solidFill>
                <a:latin typeface="Inter"/>
                <a:ea typeface="Inter"/>
                <a:cs typeface="Inter"/>
              </a:rPr>
              <a:t>RL = SFT + tối ưu hành vi đúng ground-truth · không thay thế data pipeline.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PHẦN 5 · TƯƠNG LAI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Sáu hướng phát triển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GRPO RL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0.524 → 0.55+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19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1999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RAG Tầng 1.5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KB 35K → mean 0.65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8" y="123444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38" y="146304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Constrained decode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schema hard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Benchmark ngoài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BFCL / IFEval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19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Failure-driven data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Vòng 2 theo lỗi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0B894"/>
                </a:solidFill>
                <a:latin typeface="Inter"/>
                <a:ea typeface="Inter"/>
                <a:cs typeface="Inter"/>
              </a:rPr>
              <a:t>Impact: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8" y="3337560"/>
            <a:ext cx="3566160" cy="1874519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8" y="35661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Vision integration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Image-text pairs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Impact: 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Roadmap định lượng: SFT 0.524 → RL 0.55 → RAG 0.65 → full 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00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OutfitMatch · DPL302m · Fine-tune AI Stylist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D2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Tổng kết ·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6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Ba bài học mang về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Data-centric &gt; model-centric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Distill + ground &gt; scale mù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546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91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Metric đúng cho downstream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Tool F1 / fashion-logic, không chỉ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 w="12700">
            <a:solidFill>
              <a:srgbClr val="E1E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434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3C4043"/>
                </a:solidFill>
                <a:latin typeface="Inter"/>
                <a:ea typeface="Inter"/>
                <a:cs typeface="Inter"/>
              </a:rPr>
              <a:t>SFT + RL + RAG complementary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Mỗi tầng giải một class lỗi khác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3C4043"/>
                </a:solidFill>
                <a:latin typeface="Inter"/>
                <a:ea typeface="Inter"/>
                <a:cs typeface="Inter"/>
              </a:rPr>
              <a:t>HF public: Nhat-Quang/outfitmatch-stylist-final-qwen3vl8b-thinking-lora (+ T1/T2/T4)</a:t>
            </a:r>
          </a:p>
          <a:p>
            <a:pPr>
              <a:spcAft>
                <a:spcPts val="600"/>
              </a:spcAft>
            </a:pPr>
            <a:r>
              <a:rPr sz="2800" b="1">
                <a:solidFill>
                  <a:srgbClr val="7D2AE8"/>
                </a:solidFill>
                <a:latin typeface="Inter"/>
                <a:ea typeface="Inter"/>
                <a:cs typeface="Inter"/>
              </a:rPr>
              <a:t>Cảm ơn ·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